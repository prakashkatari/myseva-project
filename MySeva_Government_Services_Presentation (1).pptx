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5065" y="0"/>
            <a:ext cx="10415016" cy="6853428"/>
          </a:xfrm>
          <a:prstGeom prst="rect">
            <a:avLst/>
          </a:prstGeom>
          <a:solidFill>
            <a:srgbClr val="09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55065" cy="6858000"/>
          </a:xfrm>
          <a:prstGeom prst="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98480" y="0"/>
            <a:ext cx="1493520" cy="6858000"/>
          </a:xfrm>
          <a:prstGeom prst="rect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MYSEVA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DCEEFF"/>
                </a:solidFill>
                <a:latin typeface="Aptos"/>
              </a:rPr>
              <a:t>Government Services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One platform • Multiple services • Easy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3055" y="3598164"/>
            <a:ext cx="25458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chemeClr val="bg1"/>
                </a:solidFill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1961" y="4389120"/>
            <a:ext cx="761759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dirty="0">
                <a:solidFill>
                  <a:srgbClr val="FFFFFF"/>
                </a:solidFill>
                <a:latin typeface="Aptos"/>
              </a:rPr>
              <a:t>A student-friendly digital solution for accessing essential public services online.</a:t>
            </a:r>
            <a:endParaRPr lang="en-US" sz="1700" b="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IN" sz="17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IN" sz="17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IN" sz="1700" dirty="0">
                <a:solidFill>
                  <a:srgbClr val="FFFFFF"/>
                </a:solidFill>
                <a:latin typeface="Aptos"/>
              </a:rPr>
              <a:t>                                                                </a:t>
            </a:r>
            <a:r>
              <a:rPr lang="en-IN" sz="1700" b="1" u="sng" dirty="0">
                <a:solidFill>
                  <a:srgbClr val="92D050"/>
                </a:solidFill>
                <a:latin typeface="Aptos"/>
              </a:rPr>
              <a:t>Presented by</a:t>
            </a:r>
            <a:r>
              <a:rPr lang="en-IN" sz="1700" dirty="0">
                <a:solidFill>
                  <a:srgbClr val="FFFFFF"/>
                </a:solidFill>
                <a:latin typeface="Aptos"/>
              </a:rPr>
              <a:t>: K.PRAKASH NAIDU</a:t>
            </a:r>
            <a:endParaRPr lang="en-IN" sz="17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93969"/>
                </a:solidFill>
                <a:latin typeface="Aptos"/>
              </a:rPr>
              <a:t>MySeva – Government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707D"/>
                </a:solidFill>
                <a:latin typeface="Aptos"/>
              </a:rPr>
              <a:t>A simple interface to discover and access common citizen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7335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135BA0"/>
                </a:solidFill>
                <a:latin typeface="Aptos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67128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Income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Apply for an income certificate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67335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23915F"/>
                </a:solidFill>
                <a:latin typeface="Aptos"/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167128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Residence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56032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Submit a residence certificate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67335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F59119"/>
                </a:solidFill>
                <a:latin typeface="Aptos"/>
              </a:rPr>
              <a:t>👨‍👩‍👧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67128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Family 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56032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Access family-related government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0876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0032" y="167335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093969"/>
                </a:solidFill>
                <a:latin typeface="Aptos"/>
              </a:rP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167128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Caste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56032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Submit an online caste certificate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49039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91363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23915F"/>
                </a:solidFill>
                <a:latin typeface="Aptos"/>
              </a:rP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07407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Bill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060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Pay selected government service bills.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749039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391363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135BA0"/>
                </a:solidFill>
                <a:latin typeface="Aptos"/>
              </a:rPr>
              <a:t>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4407407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Transport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80060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Access transport-related services.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749039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391363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23915F"/>
                </a:solidFill>
                <a:latin typeface="Aptos"/>
              </a:rPr>
              <a:t>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407407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Agriculture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80060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Explore agriculture department services.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749039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0032" y="3913631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F59119"/>
                </a:solidFill>
                <a:latin typeface="Aptos"/>
              </a:rP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4407407"/>
            <a:ext cx="22311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Education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4800600"/>
            <a:ext cx="2048255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64707D"/>
                </a:solidFill>
                <a:latin typeface="Aptos"/>
              </a:rPr>
              <a:t>Access selected education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93969"/>
                </a:solidFill>
                <a:latin typeface="Aptos"/>
              </a:rPr>
              <a:t>How MySeva Works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508760"/>
            <a:ext cx="914400" cy="914400"/>
          </a:xfrm>
          <a:prstGeom prst="ellipse">
            <a:avLst/>
          </a:prstGeom>
          <a:solidFill>
            <a:srgbClr val="13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664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93969"/>
                </a:solidFill>
                <a:latin typeface="Aptos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Find the government service you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3736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508760"/>
            <a:ext cx="914400" cy="914400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664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93969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54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Choose the service and review the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73736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1508760"/>
            <a:ext cx="914400" cy="91440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664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93969"/>
                </a:solidFill>
                <a:latin typeface="Aptos"/>
              </a:rPr>
              <a:t>Apply /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Complete the form or make the required payment.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73736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0" y="1508760"/>
            <a:ext cx="914400" cy="914400"/>
          </a:xfrm>
          <a:prstGeom prst="ellipse">
            <a:avLst/>
          </a:prstGeom>
          <a:solidFill>
            <a:srgbClr val="09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1664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93969"/>
                </a:solidFill>
                <a:latin typeface="Aptos"/>
              </a:rPr>
              <a:t>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54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Keep your application details and follow progress.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92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3915F"/>
                </a:solidFill>
                <a:latin typeface="Aptos"/>
              </a:rPr>
              <a:t>Key idea: reduce confusion and make essential services easier to discover.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93969"/>
                </a:solidFill>
                <a:latin typeface="Aptos"/>
              </a:rPr>
              <a:t>MySeva – Project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90472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135BA0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2962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Easy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77439"/>
            <a:ext cx="259689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dirty="0">
                <a:solidFill>
                  <a:srgbClr val="64707D"/>
                </a:solidFill>
                <a:latin typeface="Aptos"/>
              </a:rPr>
              <a:t>Clean cards, clear buttons and a simple search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490472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23915F"/>
                </a:solidFill>
                <a:latin typeface="Aptos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984248"/>
            <a:ext cx="2962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Service Focused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77439"/>
            <a:ext cx="258775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dirty="0">
                <a:solidFill>
                  <a:srgbClr val="64707D"/>
                </a:solidFill>
                <a:latin typeface="Aptos"/>
              </a:rPr>
              <a:t>Groups important citizen services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90472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>
                <a:solidFill>
                  <a:srgbClr val="F59119"/>
                </a:solidFill>
                <a:latin typeface="Aptos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84248"/>
            <a:ext cx="29626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93969"/>
                </a:solidFill>
                <a:latin typeface="Aptos"/>
              </a:rPr>
              <a:t>Digital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377439"/>
            <a:ext cx="241401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dirty="0">
                <a:solidFill>
                  <a:srgbClr val="64707D"/>
                </a:solidFill>
                <a:latin typeface="Aptos"/>
              </a:rPr>
              <a:t>Designed as a web-based solution using HTML, CSS and JavaScript.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93969"/>
                </a:solidFill>
                <a:latin typeface="Aptos"/>
              </a:rPr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3915F"/>
                </a:solidFill>
                <a:latin typeface="Aptos"/>
              </a:rPr>
              <a:t>HTML  •  CSS  • 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93969"/>
                </a:solidFill>
                <a:latin typeface="Aptos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4707D"/>
                </a:solidFill>
                <a:latin typeface="Aptos"/>
              </a:rPr>
              <a:t>API integration • Login • Application tracking •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6235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9396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</Words>
  <Application>Microsoft Office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gollori lakshman</cp:lastModifiedBy>
  <cp:revision>3</cp:revision>
  <dcterms:created xsi:type="dcterms:W3CDTF">2013-01-27T09:14:16Z</dcterms:created>
  <dcterms:modified xsi:type="dcterms:W3CDTF">2026-10-05T09:12:20Z</dcterms:modified>
  <cp:category/>
</cp:coreProperties>
</file>